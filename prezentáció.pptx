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Merriweath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.fntdata"/><Relationship Id="rId14" Type="http://schemas.openxmlformats.org/officeDocument/2006/relationships/slide" Target="slides/slide9.xml"/><Relationship Id="rId36" Type="http://schemas.openxmlformats.org/officeDocument/2006/relationships/font" Target="fonts/Merriweather-regular.fntdata"/><Relationship Id="rId17" Type="http://schemas.openxmlformats.org/officeDocument/2006/relationships/slide" Target="slides/slide12.xml"/><Relationship Id="rId39" Type="http://schemas.openxmlformats.org/officeDocument/2006/relationships/font" Target="fonts/Merriweather-boldItalic.fntdata"/><Relationship Id="rId16" Type="http://schemas.openxmlformats.org/officeDocument/2006/relationships/slide" Target="slides/slide11.xml"/><Relationship Id="rId38" Type="http://schemas.openxmlformats.org/officeDocument/2006/relationships/font" Target="fonts/Merriweather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5db603d4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5db603d4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db603d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db603d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db603d4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db603d4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5db603d42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5db603d42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db603d4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db603d4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db603d4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db603d4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5db603d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5db603d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5db603d42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5db603d4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db603d42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5db603d42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db603d42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db603d42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5db603d42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5db603d42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5db603d42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5db603d4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5db603d42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5db603d42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db603d4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5db603d4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5db603d42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5db603d42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db603d42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db603d42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db603d4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db603d4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5db603d4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5db603d4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5db603d42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5db603d42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db603d4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5db603d4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5db603d42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5db603d42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5db603d4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5db603d4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5db603d4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5db603d4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5db603d42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5db603d4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5db603d42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5db603d42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2047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700"/>
              <a:t>Szoftvertesztelés projektfeladat</a:t>
            </a:r>
            <a:endParaRPr sz="47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118075" y="4103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Csapat tagjai: Bauer Bálint, Járfás Erik,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Horváth Márk, Bogdán Letti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Csapatok bemutatása</a:t>
            </a:r>
            <a:endParaRPr sz="35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Bérleti szerződés manager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Bauer Bálint: Tesztvezető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Járfás Erik: Kézi Tesztelő, Hibarögzítő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Horváth Márk: Teszt Tervező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Bogdán Letti: Tesztelő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Könyvtári kölcsönző rendszer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Káldor Levente: Projektvezető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Lőrincz Márton: Projekt Tesztelési 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Csikós</a:t>
            </a:r>
            <a:r>
              <a:rPr lang="hu" sz="1500">
                <a:solidFill>
                  <a:schemeClr val="dk1"/>
                </a:solidFill>
              </a:rPr>
              <a:t> Bendegúz: Tesztelési Koordinátor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Juhász Arnold: Rendszer- Specifikáció- és Ütemterv Tervező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Feladatunk</a:t>
            </a:r>
            <a:endParaRPr sz="35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egy Java konzolos szoftver fejlesztése, illetve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általunk választott csapat szoftverének a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folyamatok dokumentálása, jegyzőkönyv készítése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Célunk</a:t>
            </a:r>
            <a:endParaRPr sz="35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Szoftvertesztelés és fejlesztés folyamatának bemutatása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működőképes konzolos alkalmazás fejlesztése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alkalmazás </a:t>
            </a:r>
            <a:r>
              <a:rPr lang="hu" sz="2300">
                <a:solidFill>
                  <a:schemeClr val="dk1"/>
                </a:solidFill>
              </a:rPr>
              <a:t>teljes körű, részletes</a:t>
            </a:r>
            <a:r>
              <a:rPr lang="hu" sz="2300">
                <a:solidFill>
                  <a:schemeClr val="dk1"/>
                </a:solidFill>
              </a:rPr>
              <a:t> 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50" y="1834950"/>
            <a:ext cx="73476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Fejlesztett programunk:</a:t>
            </a:r>
            <a:endParaRPr sz="4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hu" sz="4000"/>
              <a:t>Bérleti szerződés manager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feladatai</a:t>
            </a:r>
            <a:endParaRPr sz="35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 bővítése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útmutató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fejlesztői dokumentáció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jegyzőkönyv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céljai</a:t>
            </a:r>
            <a:endParaRPr sz="35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ingatlanbérleti 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</a:t>
            </a:r>
            <a:r>
              <a:rPr lang="hu" sz="2300">
                <a:solidFill>
                  <a:schemeClr val="dk1"/>
                </a:solidFill>
              </a:rPr>
              <a:t>étrehozás, módosítás, törlés, lejárat figyelés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</a:t>
            </a:r>
            <a:r>
              <a:rPr lang="hu" sz="2300">
                <a:solidFill>
                  <a:schemeClr val="dk1"/>
                </a:solidFill>
              </a:rPr>
              <a:t>igitális, biztonságos nyilvántartás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funkciói</a:t>
            </a:r>
            <a:endParaRPr sz="35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654300" y="3275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listázása, új szerződés hozzáadása, törlés, keresés, legolcsóbb bérleti díj lekérdezése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ibás rögzítés megakadályozása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fájlba mentése és betöltése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folyamata</a:t>
            </a:r>
            <a:endParaRPr sz="3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496000" y="161850"/>
            <a:ext cx="46479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követelmények meghatározása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</a:t>
            </a:r>
            <a:r>
              <a:rPr lang="hu" sz="2300">
                <a:solidFill>
                  <a:schemeClr val="dk1"/>
                </a:solidFill>
              </a:rPr>
              <a:t>rogram szerkezetének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</a:t>
            </a:r>
            <a:r>
              <a:rPr lang="hu" sz="2300">
                <a:solidFill>
                  <a:schemeClr val="dk1"/>
                </a:solidFill>
              </a:rPr>
              <a:t>sztályok és interfészek létrehozása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</a:t>
            </a:r>
            <a:r>
              <a:rPr lang="hu" sz="2300">
                <a:solidFill>
                  <a:schemeClr val="dk1"/>
                </a:solidFill>
              </a:rPr>
              <a:t>unkciók implementálása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ibakezelés és adatellenőrzés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dokumentálás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felépítése</a:t>
            </a:r>
            <a:endParaRPr sz="3500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program főbb osztályai és interfészei: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Main - program indítása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Szerzodes - szerződés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Berlo - bérlő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BerbeAdo - bérbeadó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iEv, iHonap, iNap - </a:t>
            </a:r>
            <a:r>
              <a:rPr lang="hu" sz="1800">
                <a:solidFill>
                  <a:schemeClr val="dk1"/>
                </a:solidFill>
              </a:rPr>
              <a:t>dátum ellenőrző</a:t>
            </a:r>
            <a:r>
              <a:rPr lang="hu" sz="1800">
                <a:solidFill>
                  <a:schemeClr val="dk1"/>
                </a:solidFill>
              </a:rPr>
              <a:t> interfészek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Segédmetódusok - adatbekérés, fájlkezelés, keresés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működése</a:t>
            </a:r>
            <a:endParaRPr sz="350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program indítása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betöltése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főmenü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művelet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eredmény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kilépés vagy új művelet választása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Fejlesztői dokumentáció</a:t>
            </a:r>
            <a:endParaRPr sz="35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650100" y="238900"/>
            <a:ext cx="43866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Objektumorientált felépítés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Moduláris szerkezet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Adatellenőrzés regex és feltételek segítségével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Hibakezelés try-catch blokkokkal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Felhasználói útmutató</a:t>
            </a:r>
            <a:endParaRPr sz="3500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menü megjelenése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menüpont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kimenet megjelenítése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185450" y="1589250"/>
            <a:ext cx="8445600" cy="19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Tesztelt programunk: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Könyvtári kölcsönző rendszer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Tesztelés feladatai</a:t>
            </a:r>
            <a:endParaRPr sz="3500"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Specifikáció, GUI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terv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alapelvek, tesztpiramis szintjeinek ismertetése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statikus tesztelési technikák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hibák jelzése, újratesztelése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Tesztelt szoftver feladatai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4423100" y="375000"/>
            <a:ext cx="4787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Könyvleltár kezelés 5 kategóriában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Tag regisztráció és kezelés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Kölcsönzés és visszahozás feldolgozás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Automatikus büntetésszámítás késedelmes könyvekhez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Statisztikák és jelentések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Terminál Felhasználói Felület (TUI) ANSI színkódokkal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500"/>
              <a:t>Tesztelt szoftver követelményei</a:t>
            </a:r>
            <a:endParaRPr sz="35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aktuális leltárát kategóriák szerint szűrve.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felhasználók kölcsönözhetnek egy könyvet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visszahozatala,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keresése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aktív</a:t>
            </a:r>
            <a:r>
              <a:rPr lang="hu" sz="2300">
                <a:solidFill>
                  <a:schemeClr val="dk1"/>
                </a:solidFill>
              </a:rPr>
              <a:t>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statisztikák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bemenet Ellenőrzés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Használt tesztelési módszertanok</a:t>
            </a:r>
            <a:endParaRPr sz="3500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menürendszer működésének ellenőrzése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funkciók helyes működésének vizsgálata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adatbevitel és adatfeldolgozás validációja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Bemenet ellenőrzések</a:t>
            </a:r>
            <a:endParaRPr sz="3500"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4740975" y="500925"/>
            <a:ext cx="37755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Negatív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hibás bemenetek kezelése (szöveg megadása szám helyett)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határértékeken kívüli adatok kezelése</a:t>
            </a:r>
            <a:endParaRPr sz="18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 ID formátum: SF-001 stb.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Tag ID: 000001–999999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Tesztpiramis</a:t>
            </a:r>
            <a:endParaRPr sz="3500"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 integrációs tesztelés manuálisan történt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és rendszer szintű 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fókusz</a:t>
            </a:r>
            <a:r>
              <a:rPr lang="hu" sz="2300">
                <a:solidFill>
                  <a:schemeClr val="dk1"/>
                </a:solidFill>
              </a:rPr>
              <a:t> a rendszeren és a funkción volt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Statikus tesztelés</a:t>
            </a:r>
            <a:endParaRPr sz="35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forráskód manuális felülvizsgálata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logikai hibák, inkonzisztenciák és állapotkezelési problémák feltárása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azonosított hibák később dinamikusan tesztelve lettek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Specifikációs </a:t>
            </a:r>
            <a:r>
              <a:rPr lang="hu" sz="3500"/>
              <a:t> tesztelés</a:t>
            </a:r>
            <a:endParaRPr sz="3500"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tesztesetek megtervezése specifikáció alapján történtek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hasonló bemenetek csoportosítása (hasonló működés várható)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határértékek azonosítása (megengedett tartomány határ vagy közvetlen mellette)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GUI tesztelés</a:t>
            </a:r>
            <a:endParaRPr sz="3500"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4808425" y="500925"/>
            <a:ext cx="4055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menürendszer megjelenésének ellenőrzése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visszajelzések egyértelműsége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hibajelzések olvashatósága és következetessége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Tesztesetek és jegyzőkönyv</a:t>
            </a:r>
            <a:endParaRPr sz="3500"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46 végrehajtott teszteset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100%-os tesztelési arány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korábban azonosított hibák a fejlesztés során javításra kerültek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Hibakezelés folyamata</a:t>
            </a:r>
            <a:endParaRPr sz="3500"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 észlelés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jelzés a fejlesztőknek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javítás 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újratesztelés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lezárás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854850" y="1330200"/>
            <a:ext cx="7434300" cy="24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8000"/>
              <a:t>Köszönjük a figyelmet!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